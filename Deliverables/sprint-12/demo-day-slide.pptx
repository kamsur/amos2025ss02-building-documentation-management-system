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4D5922-434B-4829-B93E-02DC38A29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5FBA24-5C01-4635-A984-1DB6E340B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CA626E-6813-40FE-A3C9-6CDB3772D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12045592" cy="4093306"/>
            <a:chOff x="1" y="2075420"/>
            <a:chExt cx="12048729" cy="409330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E6D8DC5-2EDA-43E7-B9A8-EE7349CA9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03B7EDC-B5C9-406F-8273-FF0238AD1D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884FA65-E797-4146-BE73-3E884A719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96E2144-091F-4B0D-A366-38E34629D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F4064A3-B040-4437-8408-C48421ACF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7381260-1251-458D-9ED1-91E01D100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30771" y="630936"/>
            <a:ext cx="5752313" cy="281939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0000"/>
                </a:solidFill>
              </a:defRPr>
            </a:pP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BitAndBeam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A Smart Building Document Management System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572088-F6AC-FD69-AF58-D34EFD3E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0087"/>
          <a:stretch>
            <a:fillRect/>
          </a:stretch>
        </p:blipFill>
        <p:spPr>
          <a:xfrm>
            <a:off x="7086515" y="609073"/>
            <a:ext cx="4383430" cy="194116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1B5AAE61-5D6C-49EF-AAF0-EC610803F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948434" y="753635"/>
            <a:ext cx="304800" cy="429656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EEF01EB-8DBE-487A-9278-BE0152EEE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7DC74B6-8686-453E-B5DF-076766D14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4471A7E-BC1D-44C5-9798-DF32CF64E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138E2B6-F428-462D-BF8B-7BF4F626C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BBDA9E-020C-B732-9D1B-93082F205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04" r="6" b="9571"/>
          <a:stretch>
            <a:fillRect/>
          </a:stretch>
        </p:blipFill>
        <p:spPr>
          <a:xfrm>
            <a:off x="7078700" y="2657132"/>
            <a:ext cx="2135866" cy="1473414"/>
          </a:xfrm>
          <a:prstGeom prst="rect">
            <a:avLst/>
          </a:prstGeom>
        </p:spPr>
      </p:pic>
      <p:pic>
        <p:nvPicPr>
          <p:cNvPr id="8" name="Picture 7" descr="A screenshot of a login&#10;&#10;AI-generated content may be incorrect.">
            <a:extLst>
              <a:ext uri="{FF2B5EF4-FFF2-40B4-BE49-F238E27FC236}">
                <a16:creationId xmlns:a16="http://schemas.microsoft.com/office/drawing/2014/main" id="{0139BCD4-DC1F-54B8-6641-6CF6B01805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953" b="3"/>
          <a:stretch>
            <a:fillRect/>
          </a:stretch>
        </p:blipFill>
        <p:spPr>
          <a:xfrm>
            <a:off x="9326263" y="2654856"/>
            <a:ext cx="2135867" cy="147341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819102A-0400-4C1F-8614-973F5262E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5064" y="1042698"/>
            <a:ext cx="2796461" cy="71106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1A0CF5C-68C2-4432-BC2D-5A124C7B6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74705" y="4945279"/>
            <a:ext cx="1285540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E76A51-C6FF-4566-9670-D405D4DA7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69446D-7888-44DB-87EF-972BCEA0A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450BCE5-EB53-44C2-B9B9-771BAD516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B2D4461-C687-4A45-933F-C4CCB4E24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CF1485CA-41D2-421F-B28D-15EF845D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6094408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ED96A1-E6CA-493F-8610-6B8B7A28E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5030" y="5940559"/>
            <a:ext cx="1285875" cy="549007"/>
            <a:chOff x="7029447" y="3514725"/>
            <a:chExt cx="1285875" cy="54900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C9231B8-0812-4FDE-9AC6-94984E20A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F59FE3-7AD8-46E8-9440-D26863994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EEDF00-F676-4147-BAF0-64840E285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4D3F73A-55E6-4A58-872D-BE9E9C7C3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75BC4E-B408-F496-70C6-68024DB42C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" b="8696"/>
          <a:stretch>
            <a:fillRect/>
          </a:stretch>
        </p:blipFill>
        <p:spPr>
          <a:xfrm>
            <a:off x="7078700" y="4251398"/>
            <a:ext cx="4383430" cy="1941162"/>
          </a:xfrm>
          <a:prstGeom prst="rect">
            <a:avLst/>
          </a:prstGeom>
        </p:spPr>
      </p:pic>
      <p:pic>
        <p:nvPicPr>
          <p:cNvPr id="16" name="Picture 15" descr="A group of men in a video chat&#10;&#10;AI-generated content may be incorrect.">
            <a:extLst>
              <a:ext uri="{FF2B5EF4-FFF2-40B4-BE49-F238E27FC236}">
                <a16:creationId xmlns:a16="http://schemas.microsoft.com/office/drawing/2014/main" id="{31203565-1A84-CA9E-94EF-B5400FB61F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840" y="3450335"/>
            <a:ext cx="5077258" cy="2834492"/>
          </a:xfrm>
          <a:prstGeom prst="rect">
            <a:avLst/>
          </a:prstGeom>
        </p:spPr>
      </p:pic>
      <p:pic>
        <p:nvPicPr>
          <p:cNvPr id="18" name="Picture 17" descr="A blue building with yellow and blue lines&#10;&#10;AI-generated content may be incorrect.">
            <a:extLst>
              <a:ext uri="{FF2B5EF4-FFF2-40B4-BE49-F238E27FC236}">
                <a16:creationId xmlns:a16="http://schemas.microsoft.com/office/drawing/2014/main" id="{87DA4835-7706-D9F9-BF88-A4F3609905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95" y="335917"/>
            <a:ext cx="1003673" cy="10036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Billah, Md. Masum</cp:lastModifiedBy>
  <cp:revision>3</cp:revision>
  <dcterms:created xsi:type="dcterms:W3CDTF">2013-01-27T09:14:16Z</dcterms:created>
  <dcterms:modified xsi:type="dcterms:W3CDTF">2025-07-08T19:18:57Z</dcterms:modified>
  <cp:category/>
</cp:coreProperties>
</file>